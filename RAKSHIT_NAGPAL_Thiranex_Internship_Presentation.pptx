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967db9a954d7f" /><Relationship Type="http://schemas.openxmlformats.org/officeDocument/2006/relationships/extended-properties" Target="/docProps/app.xml" Id="Rbcaf5b99d7b84266" /><Relationship Type="http://schemas.openxmlformats.org/officeDocument/2006/relationships/officeDocument" Target="/ppt/presentation.xml" Id="Rf6d4a2aefb0c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903dcccdf4852"/>
  </p:sldMasterIdLst>
  <p:notesMasterIdLst>
    <p:notesMasterId xmlns:r="http://schemas.openxmlformats.org/officeDocument/2006/relationships" r:id="Ra1f1ac2c9bac4961"/>
  </p:notesMasterIdLst>
  <p:sldIdLst>
    <p:sldId xmlns:r="http://schemas.openxmlformats.org/officeDocument/2006/relationships" id="256" r:id="R56be3b9f0c334503"/>
    <p:sldId xmlns:r="http://schemas.openxmlformats.org/officeDocument/2006/relationships" id="257" r:id="Rabf65dcaed214671"/>
    <p:sldId xmlns:r="http://schemas.openxmlformats.org/officeDocument/2006/relationships" id="258" r:id="Rf140a197d71247e3"/>
    <p:sldId xmlns:r="http://schemas.openxmlformats.org/officeDocument/2006/relationships" id="259" r:id="Rac1f0cb865254124"/>
    <p:sldId xmlns:r="http://schemas.openxmlformats.org/officeDocument/2006/relationships" id="260" r:id="R7b72a691503b43be"/>
    <p:sldId xmlns:r="http://schemas.openxmlformats.org/officeDocument/2006/relationships" id="261" r:id="R1973f302918a4e1d"/>
    <p:sldId xmlns:r="http://schemas.openxmlformats.org/officeDocument/2006/relationships" id="262" r:id="R89391186ec5344e0"/>
    <p:sldId xmlns:r="http://schemas.openxmlformats.org/officeDocument/2006/relationships" id="263" r:id="R5a923cc46cd94c89"/>
    <p:sldId xmlns:r="http://schemas.openxmlformats.org/officeDocument/2006/relationships" id="264" r:id="R7ed5afa7d2724769"/>
    <p:sldId xmlns:r="http://schemas.openxmlformats.org/officeDocument/2006/relationships" id="265" r:id="Rfed01f8d41544c46"/>
    <p:sldId xmlns:r="http://schemas.openxmlformats.org/officeDocument/2006/relationships" id="266" r:id="R8ece59cee6db44e2"/>
    <p:sldId xmlns:r="http://schemas.openxmlformats.org/officeDocument/2006/relationships" id="267" r:id="Ra3ddd442b1e24225"/>
    <p:sldId xmlns:r="http://schemas.openxmlformats.org/officeDocument/2006/relationships" id="268" r:id="Rc04627036d254c01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5da836fea4788" /><Relationship Type="http://schemas.openxmlformats.org/officeDocument/2006/relationships/slideMaster" Target="/ppt/slideMasters/slideMaster1.xml" Id="Rf7b903dcccdf4852" /><Relationship Type="http://schemas.openxmlformats.org/officeDocument/2006/relationships/notesMaster" Target="/ppt/notesMasters/notesMaster1.xml" Id="Ra1f1ac2c9bac4961" /><Relationship Type="http://schemas.openxmlformats.org/officeDocument/2006/relationships/presProps" Target="/ppt/presProps.xml" Id="R4618daf25e3e4739" /><Relationship Type="http://schemas.openxmlformats.org/officeDocument/2006/relationships/viewProps" Target="/ppt/viewProps.xml" Id="R96911269b8474d8f" /><Relationship Type="http://schemas.openxmlformats.org/officeDocument/2006/relationships/tableStyles" Target="/ppt/tableStyles.xml" Id="R17ebf00e1a97490b" /><Relationship Type="http://schemas.openxmlformats.org/officeDocument/2006/relationships/slide" Target="/ppt/slides/slide1.xml" Id="R56be3b9f0c334503" /><Relationship Type="http://schemas.openxmlformats.org/officeDocument/2006/relationships/slide" Target="/ppt/slides/slide2.xml" Id="Rabf65dcaed214671" /><Relationship Type="http://schemas.openxmlformats.org/officeDocument/2006/relationships/slide" Target="/ppt/slides/slide3.xml" Id="Rf140a197d71247e3" /><Relationship Type="http://schemas.openxmlformats.org/officeDocument/2006/relationships/slide" Target="/ppt/slides/slide4.xml" Id="Rac1f0cb865254124" /><Relationship Type="http://schemas.openxmlformats.org/officeDocument/2006/relationships/slide" Target="/ppt/slides/slide5.xml" Id="R7b72a691503b43be" /><Relationship Type="http://schemas.openxmlformats.org/officeDocument/2006/relationships/slide" Target="/ppt/slides/slide6.xml" Id="R1973f302918a4e1d" /><Relationship Type="http://schemas.openxmlformats.org/officeDocument/2006/relationships/slide" Target="/ppt/slides/slide7.xml" Id="R89391186ec5344e0" /><Relationship Type="http://schemas.openxmlformats.org/officeDocument/2006/relationships/slide" Target="/ppt/slides/slide8.xml" Id="R5a923cc46cd94c89" /><Relationship Type="http://schemas.openxmlformats.org/officeDocument/2006/relationships/slide" Target="/ppt/slides/slide9.xml" Id="R7ed5afa7d2724769" /><Relationship Type="http://schemas.openxmlformats.org/officeDocument/2006/relationships/slide" Target="/ppt/slides/slide10.xml" Id="Rfed01f8d41544c46" /><Relationship Type="http://schemas.openxmlformats.org/officeDocument/2006/relationships/slide" Target="/ppt/slides/slide11.xml" Id="R8ece59cee6db44e2" /><Relationship Type="http://schemas.openxmlformats.org/officeDocument/2006/relationships/slide" Target="/ppt/slides/slide12.xml" Id="Ra3ddd442b1e24225" /><Relationship Type="http://schemas.openxmlformats.org/officeDocument/2006/relationships/slide" Target="/ppt/slides/slide13.xml" Id="Rc04627036d25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ef4baa15124c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0706553b6e43ea" /><Relationship Type="http://schemas.openxmlformats.org/officeDocument/2006/relationships/notesMaster" Target="/ppt/notesMasters/notesMaster1.xml" Id="Rd4e61da686da4a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08b9cb0b2490e" /><Relationship Type="http://schemas.openxmlformats.org/officeDocument/2006/relationships/notesMaster" Target="/ppt/notesMasters/notesMaster1.xml" Id="R6d7c2009bbd041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248ad299242a8" /><Relationship Type="http://schemas.openxmlformats.org/officeDocument/2006/relationships/notesMaster" Target="/ppt/notesMasters/notesMaster1.xml" Id="Rf64841d01c42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b1859548e4650" /><Relationship Type="http://schemas.openxmlformats.org/officeDocument/2006/relationships/notesMaster" Target="/ppt/notesMasters/notesMaster1.xml" Id="R9ce18a2860bb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e6624f94d4db4" /><Relationship Type="http://schemas.openxmlformats.org/officeDocument/2006/relationships/notesMaster" Target="/ppt/notesMasters/notesMaster1.xml" Id="Red7b5603be95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b04d89aa348c9" /><Relationship Type="http://schemas.openxmlformats.org/officeDocument/2006/relationships/notesMaster" Target="/ppt/notesMasters/notesMaster1.xml" Id="R8b82c5981a8f48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6ac1932064b93" /><Relationship Type="http://schemas.openxmlformats.org/officeDocument/2006/relationships/notesMaster" Target="/ppt/notesMasters/notesMaster1.xml" Id="Rbcaa55669fff40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98610120ec4895" /><Relationship Type="http://schemas.openxmlformats.org/officeDocument/2006/relationships/notesMaster" Target="/ppt/notesMasters/notesMaster1.xml" Id="Rf080c8de615840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d5d0d3e3f74a4c" /><Relationship Type="http://schemas.openxmlformats.org/officeDocument/2006/relationships/notesMaster" Target="/ppt/notesMasters/notesMaster1.xml" Id="Rb65aaa837d814b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beb7b62c674c68" /><Relationship Type="http://schemas.openxmlformats.org/officeDocument/2006/relationships/notesMaster" Target="/ppt/notesMasters/notesMaster1.xml" Id="R1719967e46b146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26ddf1ac84603" /><Relationship Type="http://schemas.openxmlformats.org/officeDocument/2006/relationships/notesMaster" Target="/ppt/notesMasters/notesMaster1.xml" Id="R932be6b4c4a74a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f4b5603fab45ee" /><Relationship Type="http://schemas.openxmlformats.org/officeDocument/2006/relationships/notesMaster" Target="/ppt/notesMasters/notesMaster1.xml" Id="R597a4c60315943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c54bd6a61b450a" /><Relationship Type="http://schemas.openxmlformats.org/officeDocument/2006/relationships/notesMaster" Target="/ppt/notesMasters/notesMaster1.xml" Id="R247b1517b009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159601bab45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b6e66019e47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35014397741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2c5d7c0fe4f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272c655da4e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b4eaccef34d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d38fa978745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b3918393c4a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1f7ca638744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48bbc55744b9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c6f079fe745b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B84D7E-FA67-4239-B936-39D9725F3E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CE3A08-7322-466F-9312-45B5A7D652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343265-7387-44EC-A109-C72E0FCC64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52F7F-4F65-4681-9966-9E9135EC2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39EA02-41BD-41FC-A2DB-D2E7487043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D970FE-87E9-4176-A4CB-F0E6CCB43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A72B33-018C-494B-A5A4-F8B9287B78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8E5075-F986-4070-AD64-F3F90CD5E9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A74788-9E20-4EB9-9F4B-515B277173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59F97E-DD59-4974-9130-3CFFD2412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E052E-F910-4511-B00F-572F73589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8C3A4F-22B6-4599-B995-54A4CE0CC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1EFF83-B94E-4382-B4A0-875699456A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27796B-BB97-42EB-AD81-47E2AF8F52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5F5DA5-8DEC-4558-A553-6773DA437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D26B09-2D7C-4E6A-9470-7BE796300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D1B4AD-B7C8-497D-B49C-CD4B1612AF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35395AF-0871-4419-AC5C-9B3F152218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3FDDE8-1EC8-41D4-B661-AE578C9933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755910-57D5-440C-9DBC-8901C9854A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129394-F23C-48A5-B820-8364998284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596742-86D8-497C-B7BB-DD9DCFB319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CFD116-D00E-4BBF-8ED1-02563FFC5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1057E0-DED5-4794-AF91-261BEA6165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3ADA0D1-858A-4C6B-B78F-FDE1A8527D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861827-FA00-4835-BFB9-FE80AD09F28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8E8C872-4C62-4D93-964A-4605C0A787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AFAF6A9-52DF-44B8-AB53-CC115F14BD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6135E05-DB95-4634-BB3D-FACA716AA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38E972-0333-467E-96B3-440094272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B8B33BE-CF08-4FF2-B058-C707835D7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C0343AF-E4DB-4083-B1FE-3640A30595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8264A03-D166-4571-AB0C-513ABC806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EDA0839-FB56-44D0-BE44-8AAE262C0A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FBAFF6C-22FA-4EAC-9BF7-574984F83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5A378DA-AB8C-45D8-9D0D-D7C512CAC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F4B43A-6BFF-4AC3-B298-A010F8A0A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E45454-9FEF-4C85-AABD-B8BED370C3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B9650A-D474-4C40-8CC0-02275E3AB4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53FB4A-A5E9-4ABB-A419-17D92AB504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8D8BA8-8F21-4231-AA6A-DF218DD32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CA6EB6-AE58-42A1-94E9-0732BD3287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370D4E-7D9A-45AC-9215-0420AF706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0C0A21A-E65D-4ECA-942C-5C95307E1BB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0564F7-5ACF-4F7F-B284-9DC7FDE4B9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737F61-5298-440D-A10D-7364A1F707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948EB1-76EA-40DA-AC48-DF5C410CC4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CD515D-BA74-458F-86CE-73FB1FF08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D6E1AB-3955-40F6-A160-418D92884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28C73C-DC56-49E4-9991-4568D4976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1946C3-96B1-48F3-B381-3308B517C2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E4C927-45BC-4AB1-AB58-954BE6F5C6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ABEE23-0A54-4972-8238-07E0AE16C1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1632FE1-97F1-4F74-B28B-FB1B967FC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BBFAFE-3C90-4DB6-992E-88490C79A2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7D8F28-18DE-4B6F-9399-474A2168D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FA4F6B-DBED-4C5A-B145-D600AF8E97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9D8A88-CE47-49CD-8872-99248E4198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b02b7da614d1c" /><Relationship Type="http://schemas.openxmlformats.org/officeDocument/2006/relationships/slideLayout" Target="/ppt/slideLayouts/slideLayout1.xml" Id="Ra41c906ac0854a06" /><Relationship Type="http://schemas.openxmlformats.org/officeDocument/2006/relationships/slideLayout" Target="/ppt/slideLayouts/slideLayout2.xml" Id="R3e2e6f1ac2504de9" /><Relationship Type="http://schemas.openxmlformats.org/officeDocument/2006/relationships/slideLayout" Target="/ppt/slideLayouts/slideLayout3.xml" Id="R103cc55e98674242" /><Relationship Type="http://schemas.openxmlformats.org/officeDocument/2006/relationships/slideLayout" Target="/ppt/slideLayouts/slideLayout4.xml" Id="Rf7e089490c6740fc" /><Relationship Type="http://schemas.openxmlformats.org/officeDocument/2006/relationships/slideLayout" Target="/ppt/slideLayouts/slideLayout5.xml" Id="Re3d3a350fb0845ef" /><Relationship Type="http://schemas.openxmlformats.org/officeDocument/2006/relationships/slideLayout" Target="/ppt/slideLayouts/slideLayout6.xml" Id="Recc2175948334a69" /><Relationship Type="http://schemas.openxmlformats.org/officeDocument/2006/relationships/slideLayout" Target="/ppt/slideLayouts/slideLayout7.xml" Id="Rb8359aa88ea34dd2" /><Relationship Type="http://schemas.openxmlformats.org/officeDocument/2006/relationships/slideLayout" Target="/ppt/slideLayouts/slideLayout8.xml" Id="R7be4ec0739874091" /><Relationship Type="http://schemas.openxmlformats.org/officeDocument/2006/relationships/slideLayout" Target="/ppt/slideLayouts/slideLayout9.xml" Id="Rc3406faba67c4254" /><Relationship Type="http://schemas.openxmlformats.org/officeDocument/2006/relationships/slideLayout" Target="/ppt/slideLayouts/slideLayout10.xml" Id="R3a95c690c89a4b8a" /><Relationship Type="http://schemas.openxmlformats.org/officeDocument/2006/relationships/slideLayout" Target="/ppt/slideLayouts/slideLayout11.xml" Id="Refbc84b86ac640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8E3A041-5621-4756-986F-04C71CBA0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3DBC73-8AD0-45F6-B4CC-CF9B2718E5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F92B55-0D1E-4058-B5EF-0F6F7708DA1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49AA25-0329-41EA-950C-72DD3762803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66FB5F-E6D8-49D4-A6E6-A5080D3FEC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1c906ac0854a06"/>
    <p:sldLayoutId xmlns:r="http://schemas.openxmlformats.org/officeDocument/2006/relationships" id="2147483650" r:id="R3e2e6f1ac2504de9"/>
    <p:sldLayoutId xmlns:r="http://schemas.openxmlformats.org/officeDocument/2006/relationships" id="2147483651" r:id="R103cc55e98674242"/>
    <p:sldLayoutId xmlns:r="http://schemas.openxmlformats.org/officeDocument/2006/relationships" id="2147483652" r:id="Rf7e089490c6740fc"/>
    <p:sldLayoutId xmlns:r="http://schemas.openxmlformats.org/officeDocument/2006/relationships" id="2147483653" r:id="Re3d3a350fb0845ef"/>
    <p:sldLayoutId xmlns:r="http://schemas.openxmlformats.org/officeDocument/2006/relationships" id="2147483654" r:id="Recc2175948334a69"/>
    <p:sldLayoutId xmlns:r="http://schemas.openxmlformats.org/officeDocument/2006/relationships" id="2147483655" r:id="Rb8359aa88ea34dd2"/>
    <p:sldLayoutId xmlns:r="http://schemas.openxmlformats.org/officeDocument/2006/relationships" id="2147483656" r:id="R7be4ec0739874091"/>
    <p:sldLayoutId xmlns:r="http://schemas.openxmlformats.org/officeDocument/2006/relationships" id="2147483657" r:id="Rc3406faba67c4254"/>
    <p:sldLayoutId xmlns:r="http://schemas.openxmlformats.org/officeDocument/2006/relationships" id="2147483658" r:id="R3a95c690c89a4b8a"/>
    <p:sldLayoutId xmlns:r="http://schemas.openxmlformats.org/officeDocument/2006/relationships" id="2147483659" r:id="Refbc84b86ac6403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8602644157477b" /><Relationship Type="http://schemas.openxmlformats.org/officeDocument/2006/relationships/image" Target="/ppt/media/image.png" Id="R4afd2b9ec2e64456" /><Relationship Type="http://schemas.openxmlformats.org/officeDocument/2006/relationships/notesSlide" Target="/ppt/notesSlides/notesSlide1.xml" Id="R143dd1eb5e69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29f8849cf1451d" /><Relationship Type="http://schemas.openxmlformats.org/officeDocument/2006/relationships/notesSlide" Target="/ppt/notesSlides/notesSlide2.xml" Id="R3b86c87239e14b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67a4936a394557" /><Relationship Type="http://schemas.openxmlformats.org/officeDocument/2006/relationships/notesSlide" Target="/ppt/notesSlides/notesSlide3.xml" Id="Rc57beade4ac2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a77aea30bb4546" /><Relationship Type="http://schemas.openxmlformats.org/officeDocument/2006/relationships/notesSlide" Target="/ppt/notesSlides/notesSlide4.xml" Id="Rbc7ffbe414ee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a2998cb86d4c68" /><Relationship Type="http://schemas.openxmlformats.org/officeDocument/2006/relationships/notesSlide" Target="/ppt/notesSlides/notesSlide5.xml" Id="R3ea955bedca3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1cc8c745db4cd8" /><Relationship Type="http://schemas.openxmlformats.org/officeDocument/2006/relationships/image" Target="/ppt/media/image2.png" Id="Ra038fe60b8cc4aaf" /><Relationship Type="http://schemas.openxmlformats.org/officeDocument/2006/relationships/notesSlide" Target="/ppt/notesSlides/notesSlide6.xml" Id="Ra28a258e3f99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11e4d14fb848ff" /><Relationship Type="http://schemas.openxmlformats.org/officeDocument/2006/relationships/image" Target="/ppt/media/image3.png" Id="R53fface5b0ed4071" /><Relationship Type="http://schemas.openxmlformats.org/officeDocument/2006/relationships/notesSlide" Target="/ppt/notesSlides/notesSlide7.xml" Id="Rda2a7d5f73a7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e0b4c1c5f94da7" /><Relationship Type="http://schemas.openxmlformats.org/officeDocument/2006/relationships/image" Target="/ppt/media/image4.png" Id="R1a5f9bf9ad4143b8" /><Relationship Type="http://schemas.openxmlformats.org/officeDocument/2006/relationships/notesSlide" Target="/ppt/notesSlides/notesSlide8.xml" Id="R86ea515eb5d4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0e471531fe4d8a" /><Relationship Type="http://schemas.openxmlformats.org/officeDocument/2006/relationships/image" Target="/ppt/media/image5.png" Id="Reaa56a3adb8a4e91" /><Relationship Type="http://schemas.openxmlformats.org/officeDocument/2006/relationships/notesSlide" Target="/ppt/notesSlides/notesSlide9.xml" Id="R83814034cdf74c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463d79b3494e73" /><Relationship Type="http://schemas.openxmlformats.org/officeDocument/2006/relationships/notesSlide" Target="/ppt/notesSlides/notesSlide10.xml" Id="R368e68632ab948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31a0818af94b05" /><Relationship Type="http://schemas.openxmlformats.org/officeDocument/2006/relationships/notesSlide" Target="/ppt/notesSlides/notesSlide11.xml" Id="R4a152e53f8bf47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cfb9f97fbd4540" /><Relationship Type="http://schemas.openxmlformats.org/officeDocument/2006/relationships/image" Target="/ppt/media/image6.png" Id="R5b8d9dced10d4b4c" /><Relationship Type="http://schemas.openxmlformats.org/officeDocument/2006/relationships/notesSlide" Target="/ppt/notesSlides/notesSlide12.xml" Id="Rd27732f814bb40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645a2b55b44cca" /><Relationship Type="http://schemas.openxmlformats.org/officeDocument/2006/relationships/notesSlide" Target="/ppt/notesSlides/notesSlide13.xml" Id="R9094af31b7934c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986580-3B93-431E-A660-E3BE702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6B21C5-05FB-4F70-B17D-10A7D11E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490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d2b9ec2e644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568" y="502920"/>
            <a:ext cx="1508760" cy="150876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D628B5-D086-407A-9BEF-DA75016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40280"/>
            <a:ext cx="274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IILM UNIVERSITY</a:t>
            </a:r>
          </a:p>
          <a:p xmlns:a="http://schemas.openxmlformats.org/drawingml/2006/main">
            <a:pPr algn="ctr">
              <a:buNone/>
            </a:pPr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Greater Noida, U.P.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69E3E0-4251-439E-AC4F-461582F8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822960"/>
            <a:ext cx="7132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 Programming Internship:
Development of Console-Based Applications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63C094-B654-48F0-9A76-8ADC33A9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377440"/>
            <a:ext cx="19202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C34BFD5-B390-4FF7-BC2C-9E48706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450592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INTERNSHIP PPT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5877893-197E-4789-869A-6CDCF32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06324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C6570"/>
                </a:solidFill>
                <a:latin typeface="Aptos"/>
                <a:ea typeface="Aptos"/>
                <a:cs typeface="Aptos"/>
              </a:rPr>
              <a:t>STUDENT NAME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2B1C67-2828-4B65-8F22-A4AD02E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4495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C222A"/>
                </a:solidFill>
                <a:latin typeface="Aptos"/>
                <a:ea typeface="Aptos"/>
                <a:cs typeface="Aptos"/>
              </a:rPr>
              <a:t>RAKSHIT NAGPAL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3A950D2-7D78-4B4E-A224-2E8E344F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2160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C6570"/>
                </a:solidFill>
                <a:latin typeface="Aptos"/>
                <a:ea typeface="Aptos"/>
                <a:cs typeface="Aptos"/>
              </a:rPr>
              <a:t>ENROLLMENT NUMBER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2BEFD1-0F98-40D6-8E08-F5CDB94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03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C222A"/>
                </a:solidFill>
                <a:latin typeface="Aptos"/>
                <a:ea typeface="Aptos"/>
                <a:cs typeface="Aptos"/>
              </a:rPr>
              <a:t>25SCS1003004400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B92B40B-F128-4A50-834A-A5B271E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37997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C6570"/>
                </a:solidFill>
                <a:latin typeface="Aptos"/>
                <a:ea typeface="Aptos"/>
                <a:cs typeface="Aptos"/>
              </a:rPr>
              <a:t>PROGRAM &amp; SEMESTER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5E6E59-4BC2-4CB0-BAA9-9BE7007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6168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C222A"/>
                </a:solidFill>
                <a:latin typeface="Aptos"/>
                <a:ea typeface="Aptos"/>
                <a:cs typeface="Aptos"/>
              </a:rPr>
              <a:t>B.Tech CSE • Semester III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42E017-B581-486A-850F-351B54F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038344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C6570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94BB36B-B728-4BF3-B17A-87228B1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0200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C222A"/>
                </a:solidFill>
                <a:latin typeface="Aptos"/>
                <a:ea typeface="Aptos"/>
                <a:cs typeface="Aptos"/>
              </a:rPr>
              <a:t>Thiranex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FC9EDE-F1FD-4BB5-8C06-B962A24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6080760"/>
            <a:ext cx="7132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C6570"/>
                </a:solidFill>
                <a:latin typeface="Aptos"/>
                <a:ea typeface="Aptos"/>
                <a:cs typeface="Aptos"/>
              </a:rPr>
              <a:t>School of Computer Science and Engineering • Academic Year 2026–27</a:t>
            </a:r>
          </a:p>
        </p:txBody>
      </p:sp>
    </p:spTree>
    <p:extLst>
      <p:ext uri="{BB962C8B-B14F-4D97-AF65-F5344CB8AC3E}">
        <p14:creationId xmlns:p14="http://schemas.microsoft.com/office/powerpoint/2010/main" val="776941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3C0B29-ECF7-4FF8-A033-22F2B62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47F23-8990-4D58-9C34-F5B48D21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DF0141-E5D2-42AB-8BBE-6BEE9C4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Internship at a Glance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07B3AD-CC93-4EEF-92C0-3295D9F1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7DB5D91-5C42-482D-B288-02961CB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8BA777-8785-4577-9EDF-EB2B5D6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EA04641-0DF3-44E6-B9E7-5AC2DD3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25603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15EBF4-85DD-4156-9A3A-7BF6E731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96012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EE34D5-E0C5-47F7-9493-20E2FB73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61288"/>
            <a:ext cx="2148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419707E-2E7D-431F-A928-1C5CA82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2148839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Intern – C++ Programming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2ED3E1-9B6F-469A-88A3-94A3014E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960120"/>
            <a:ext cx="25603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A435892-A15C-484C-89B0-785C10D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96012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C408449-471A-465E-95E0-B684D35E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61288"/>
            <a:ext cx="2148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Duration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330461E-2509-41B8-9077-A049C5D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618488"/>
            <a:ext cx="2148839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19 Aug 2026 – 18 Sept 2026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4EB1A55-4D1A-4C92-B216-EA46799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960120"/>
            <a:ext cx="25603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08E0CC6-CDF4-4408-9A07-C0EA1E8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96012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5A595A2-2351-48FE-BA56-13935F2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61288"/>
            <a:ext cx="2148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Mode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510CCEF-05B5-4A1D-A3EC-8EAD153A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18488"/>
            <a:ext cx="2148839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Remote / Project-Based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DF2DCD9-8BD3-48F5-908D-19F1491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960120"/>
            <a:ext cx="25603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A44633F-61AB-43B7-B7A4-117043A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96012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F6796A2-4053-4C6D-BDF8-B4895486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161288"/>
            <a:ext cx="21488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851C855-E900-4B1A-AEAB-C812B54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18488"/>
            <a:ext cx="2148839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4 Projects • 100% Completed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A6B101-6A05-4248-9896-9D84AB99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What the internship focused on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1304C69-88BE-41B0-B447-B02C021F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29000"/>
            <a:ext cx="557784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Applying core C++ concepts through practical console applications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Designing menu-driven workflows and validating user input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Using classes, arrays, structures and file handling where applicable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Testing each project and maintaining source code on GitHub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00B4AEB-15E6-4FF4-933A-FE1586D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971800"/>
            <a:ext cx="4572000" cy="2377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27D2557-C28B-4787-AFD6-94D396F4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971800"/>
            <a:ext cx="73152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CF758BB-0675-455A-A2A9-3967AC48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72968"/>
            <a:ext cx="4160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Internship Portfolio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BC6C4B4-23B1-4C95-9EB8-1ECA0C9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630168"/>
            <a:ext cx="4160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Student Management System
Bank Management Application
Library Management System
Tic Tac Toe Mini Game</a:t>
            </a:r>
          </a:p>
        </p:txBody>
      </p:sp>
    </p:spTree>
    <p:extLst>
      <p:ext uri="{BB962C8B-B14F-4D97-AF65-F5344CB8AC3E}">
        <p14:creationId xmlns:p14="http://schemas.microsoft.com/office/powerpoint/2010/main" val="1865217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C4A270-D0BA-473D-9899-D87F989D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DE3318-F2BC-4858-88A9-5E4F05D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0ACB6FA-91C0-4700-810B-A7D5778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Organization Profile — Thiranex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555F59D-620D-421B-8514-B9CC7C1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A8ABD3-1CDC-4729-A9EE-BB771EC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08982F-8BDE-4E5F-BB90-BBBFC37A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08B5FA2-6067-4D3B-AAE3-389F7281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6583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Virtual, project-based learning environment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183E003-915E-400B-9AEC-48B8AC8D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76072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Internship offered in C++ Programming under a project-based model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Work completed remotely with practical assignments and periodic review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Completion is based on successful task submission and evaluation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The internship culminates in an organization-issued e-certificate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C648E32-5B34-4A5E-B052-9CD67709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280160"/>
            <a:ext cx="4297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39161BE-D2A9-4FE4-B4DA-CAD9817D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28016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78BCBE8-4C6E-4645-A8D7-B879CEF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481328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Intern ID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B0D78E-B982-40E8-AE50-13D9BDE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38528"/>
            <a:ext cx="3886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THX-AUG2026-017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2CA31F1-22B1-4DC7-BDB7-9D16123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97480"/>
            <a:ext cx="4297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17B2CC4-B9FF-45D6-97BC-C0379F8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69748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903567-AAFE-489D-B506-843E522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98648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Learning Model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4FF7408-E846-4788-8D00-94B304B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355848"/>
            <a:ext cx="3886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Practical tasks → implementation → testing → submission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44DD951-0E5E-4975-9FE0-046ECCC9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14800"/>
            <a:ext cx="4297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1F44C28-F12C-42CD-AB21-AAD2D43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1480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50E9DC3-9868-4DF3-9BEE-2927BE92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315968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Primary Domain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CDDBE6-3D1A-4C73-9793-B3C74DED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73168"/>
            <a:ext cx="3886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C++ Programming</a:t>
            </a:r>
          </a:p>
        </p:txBody>
      </p:sp>
    </p:spTree>
    <p:extLst>
      <p:ext uri="{BB962C8B-B14F-4D97-AF65-F5344CB8AC3E}">
        <p14:creationId xmlns:p14="http://schemas.microsoft.com/office/powerpoint/2010/main" val="979883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B730D7-56D7-4C9B-BBF6-D7773C8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A13CABA-9042-4844-A038-DEC14B4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D3B3B90-72CB-4654-BCB3-314ACF46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Objectives &amp; Scope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B348F8-CBA0-4F17-9566-FC604B1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7AE158-9AF6-4FAB-BF74-B150BC3F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C6495E-A8E8-4672-9D7D-C100E3C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C354E8-D115-4C30-BF31-733335EF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60120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Objectives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7CCA42-1D96-4C83-9BCF-AB3AF577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521208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Strengthen object-oriented and procedural programming fundamentals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Convert problem statements into working console applications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Practice data validation, modular logic and persistent storage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Build confidence in testing, debugging and version control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4E7353-CCBE-42E0-8CB7-256B5F77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96012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DA0E54-33B3-4373-8E15-E26B3B2A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75488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Four independent C++ applications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Command-line / menu-driven user interfaces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CRUD-style operations in management systems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Game-state management in Tic Tac Toe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GitHub-based source code documentation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26F2FAF-9B04-4283-AD4F-BEDBD67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57800"/>
            <a:ext cx="1042416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2E49A3-DBCF-4341-872D-365D4B6E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068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Goal: move from C++ syntax knowledge to complete, testable mini-applications.</a:t>
            </a:r>
          </a:p>
        </p:txBody>
      </p:sp>
    </p:spTree>
    <p:extLst>
      <p:ext uri="{BB962C8B-B14F-4D97-AF65-F5344CB8AC3E}">
        <p14:creationId xmlns:p14="http://schemas.microsoft.com/office/powerpoint/2010/main" val="1552164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9F0B9B-AE2C-4540-8EDE-C9A069F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28AAE3-D80F-41E9-8C70-718CDC1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E065D1-2BC1-4D33-B3B8-50FD09DA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Technologies &amp; Development Workflow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D7A36D-F841-4F19-92CC-F88A664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E8F943-7F61-4C30-A2FD-CFEF4C69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D27DD7-4362-41EC-908F-7554B38C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FE88D7-7D78-483F-99F1-3E0D0179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CD3513-FF58-4DA0-B48A-4DCE06B7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1128B0-0AA3-4AC9-802A-5B625071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272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BDB849-3EE6-420A-A3A3-2D27299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0992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Core programming language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B5B9964-5022-4064-A249-FD02F330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05156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87305C3-9060-4F02-8F2B-1BCA04F6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0515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D01658-FB12-4293-A4F7-8CC6363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25272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VS Code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7E9BE4-D0FC-4166-BCEE-3F38A50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0992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Development environment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0CB8533-E763-4F66-8764-E72F64A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05156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09E7B31-7D58-49DC-AAFD-AC74075A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0515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2ED151-1488-4039-B0ED-5C8FDE2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5272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G++ / MinGW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7C864FB-6080-4FCF-8DA0-F552888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0992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Compilation &amp; execution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D3DA4DD1-347A-4D36-9F1F-41889D3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660F4CB-6015-4883-8B22-5CB0178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888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E5157BE-03E8-4AB4-B0D5-B38FB278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004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Git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FC6729-EA54-4AA3-A9E5-230769D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724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Local version control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CA8C57F-27CE-492B-ACAD-85CC753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6888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E16FE49-0DF0-46AF-98EF-D24032A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6888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144FBB5-E512-41B4-8035-8A96534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GitHub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5AEAC4E-D850-41A6-AB95-101FE8F9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2724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Repository &amp; submission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F2F4FEC-C9B2-468D-8807-DCD98D69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68880"/>
            <a:ext cx="33375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BFA041A-C80D-44CA-9A31-5A383BF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6888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1CF4BBD-A96C-4E51-BCBE-6A213A83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70048"/>
            <a:ext cx="292607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Text Files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596F682-9527-4041-A7A7-383E8E1A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27248"/>
            <a:ext cx="2926079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Simple data persistence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20E42D2-AE31-4053-88DD-8282097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Typical workflow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327A195-AC13-4D89-86CC-A1F34B2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97F0933-CEAD-4346-913C-1C97FA2A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Understand task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E7B919C-7168-4AC0-9BBE-80DBC25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91947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AF7BA017-8CA1-4F05-85F7-78F136B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A00F0A2-FD39-4DC2-9565-54AB746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Design menu / logic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CCB5275-44EB-4E0D-9B74-D8968496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91947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02C8533-3B3D-48DD-AE29-AC60019A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8445F31-9EF7-4B1F-AB60-04B1C05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Code in C++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13841B7-CD2B-4C03-BC16-152E19D2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91947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EB2BF2FC-E4F5-4689-ADF2-0308E5CF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05DFB01-8595-4303-9ED0-DD2B2C0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Compile &amp; test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4D426D2-D3F9-4577-AFE5-87554BB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91947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1461E37-4384-4F05-B9A6-43D7D35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2AE34A9-7527-4A4C-90DB-81BC637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Fix edge cases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E8A3E785-7710-49B4-A86F-AFB0105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91947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5C97C28C-8D57-4931-ABE2-69000A46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4880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solidFill>
              <a:srgbClr val="142A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3A25FBC-CA2D-41CD-B572-154800CD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4910328"/>
            <a:ext cx="13624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A4A"/>
                </a:solidFill>
                <a:latin typeface="Aptos"/>
                <a:ea typeface="Aptos"/>
                <a:cs typeface="Aptos"/>
              </a:rPr>
              <a:t>Push to GitHub</a:t>
            </a:r>
          </a:p>
        </p:txBody>
      </p:sp>
    </p:spTree>
    <p:extLst>
      <p:ext uri="{BB962C8B-B14F-4D97-AF65-F5344CB8AC3E}">
        <p14:creationId xmlns:p14="http://schemas.microsoft.com/office/powerpoint/2010/main" val="1880174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525B06-8417-4FFE-A46E-7FCA1820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CE8C855-E23E-4D30-BDE2-93E02FA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4E5EB3-3468-4593-B129-E32AED3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01 — Student Management System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F9E934-F960-40AA-A449-A0A43D5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9B068A-36FE-49F6-89F4-CC0274C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5E468A-0303-4F26-99B0-17F87AE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D46554-0001-4B6E-AF04-82E67A8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Managing student records through a simple menu-driven interface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8F96B6E-CE65-4F31-80E9-A50068A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3776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AFC"/>
          </a:solidFill>
          <a:ln xmlns:a="http://schemas.openxmlformats.org/drawingml/2006/main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8fe60b8cc4a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0295"/>
            <a:ext cx="4937760" cy="3308808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BC9239-FB1B-491D-B82C-A973650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i="1">
                <a:solidFill>
                  <a:srgbClr val="5C6570"/>
                </a:solidFill>
                <a:latin typeface="Aptos"/>
                <a:ea typeface="Aptos"/>
                <a:cs typeface="Aptos"/>
              </a:rPr>
              <a:t>Console interface — Student Management System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5C45C47-301B-468F-B855-3FD920B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53492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53602E-86B6-4441-85AC-BCBF4B9B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E2F419-2980-4A55-B16A-911977F8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1848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Key Functions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86F7F6-B7A1-4D9C-88A8-7594035F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75688"/>
            <a:ext cx="49377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Add, display, search, update and delete student records
• Structured menu with clear user choices
• Basic record persistence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0CF0296-765D-4311-B007-03F4BF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534924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33540DF-3612-4D75-B407-ADC8E76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7315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EA293B-D414-4064-9CAF-628EECF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5876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 Concepts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6622BA-9B75-4646-9D2D-BBEE95A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15968"/>
            <a:ext cx="49377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Structures / classes
• Loops &amp; conditionals
• File handling
• Input validation</a:t>
            </a:r>
          </a:p>
        </p:txBody>
      </p:sp>
    </p:spTree>
    <p:extLst>
      <p:ext uri="{BB962C8B-B14F-4D97-AF65-F5344CB8AC3E}">
        <p14:creationId xmlns:p14="http://schemas.microsoft.com/office/powerpoint/2010/main" val="1711128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FA2E32-2822-4A49-9D16-310A37F2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4A0745-E276-4ECC-BE85-F13832C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CCA809-9D76-4C50-B42F-9E94F58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02 — Bank Management Application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029E2F-B9CF-4D4F-A48E-2D02C71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024BF2-2223-4BDD-8871-642FA155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2D27F7-62B5-446C-B3D8-C021B56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C10AE48-78B0-455F-AA62-C666DC05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Simulating common account operations in a console application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6ABB682-DC2D-43BC-81FB-D27DF3AD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3776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AFC"/>
          </a:solidFill>
          <a:ln xmlns:a="http://schemas.openxmlformats.org/drawingml/2006/main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face5b0ed40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50375"/>
            <a:ext cx="4937760" cy="3328649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C9F34C5-BD7E-4091-B12F-2080E05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i="1">
                <a:solidFill>
                  <a:srgbClr val="5C6570"/>
                </a:solidFill>
                <a:latin typeface="Aptos"/>
                <a:ea typeface="Aptos"/>
                <a:cs typeface="Aptos"/>
              </a:rPr>
              <a:t>Console interface — Bank Management Application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D9D8544-2787-4AEE-B527-8033F843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53492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64C10F-DE46-4D71-8990-C80B08F5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3D8C6E0-F665-4E67-AE39-B951218F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1848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Key Functions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55B3A2-1FC4-4060-998F-8046D57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75688"/>
            <a:ext cx="49377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Create account and view account details
• Deposit and withdraw money
• Check balance and display all accounts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D9FAFE9-C5FD-4D22-B374-274688D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534924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F7514D5-6791-4357-A1DF-9F32128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7315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3B87823-5D68-4720-9F3D-49A5F211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5876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 Concepts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66F4AE-1F95-4420-B632-C749030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15968"/>
            <a:ext cx="49377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Functions / classes
• Arithmetic operations
• File handling
• Validation of transactions</a:t>
            </a:r>
          </a:p>
        </p:txBody>
      </p:sp>
    </p:spTree>
    <p:extLst>
      <p:ext uri="{BB962C8B-B14F-4D97-AF65-F5344CB8AC3E}">
        <p14:creationId xmlns:p14="http://schemas.microsoft.com/office/powerpoint/2010/main" val="5933123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B77291-6E7B-426C-A4BB-BBD9E92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700106-1EF1-44E7-AF88-BB7053D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A19145-CE0A-4E32-949F-B2B4FBE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03 — Library Management System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4454D4D-FF2A-4C96-A512-71A4057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146FC8-AEDD-4941-9247-6D0370A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2791EA-7C69-4EF3-99E1-0F4A99E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C92FD5-A66E-4141-B6B6-18B515D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Handling books, members, search, issue and return workflows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1B8936-30E9-4202-8168-CF1AC0F4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3776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AFC"/>
          </a:solidFill>
          <a:ln xmlns:a="http://schemas.openxmlformats.org/drawingml/2006/main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f9bf9ad41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6622"/>
            <a:ext cx="4937760" cy="3416154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5F7B1B-8871-4847-B7C3-B20C288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i="1">
                <a:solidFill>
                  <a:srgbClr val="5C6570"/>
                </a:solidFill>
                <a:latin typeface="Aptos"/>
                <a:ea typeface="Aptos"/>
                <a:cs typeface="Aptos"/>
              </a:rPr>
              <a:t>Console interface — Library Management System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6985E14-B9DF-4FD7-8F86-65534C1B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53492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522900-A166-4077-8C23-0627B5C1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B36685E-5406-4054-B04D-F8F99780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1848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Key Functions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E87420-3F2C-46F7-A604-D291A3E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75688"/>
            <a:ext cx="49377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Add books and members
• Search books
• Issue and return books
• Display stored records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A34EB90-D57B-4EDB-ACBD-46DAD12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534924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7FC7FA-2F6C-4D77-AFDB-3F678FE9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7315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F1A00C-214E-41A6-80BC-6381BD8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5876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 Concepts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ADF87A0-877F-4E2E-99E2-AD1338F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15968"/>
            <a:ext cx="49377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Classes / structures
• Search logic
• State updates
• Persistent text-file data</a:t>
            </a:r>
          </a:p>
        </p:txBody>
      </p:sp>
    </p:spTree>
    <p:extLst>
      <p:ext uri="{BB962C8B-B14F-4D97-AF65-F5344CB8AC3E}">
        <p14:creationId xmlns:p14="http://schemas.microsoft.com/office/powerpoint/2010/main" val="8291839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CB25BA-3C3C-4D92-8B14-6D6715F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E68728-3415-4E47-BA52-69FE60F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64C096-B6D1-444A-AEF6-50A8F989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04 — Tic Tac Toe Mini Game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C9F271-5E6E-4A09-8321-31B2D7A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8972EA4-5F22-4EC3-BD39-E5ECB26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59EE83-F0CC-464D-A24B-AEC801E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16CB5C-DAC3-4472-B327-E38D7825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2688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Applying arrays and game-state logic to an interactive two-player game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116F620-D3E7-4162-9D8D-AF115E4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3776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AFC"/>
          </a:solidFill>
          <a:ln xmlns:a="http://schemas.openxmlformats.org/drawingml/2006/main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56a3adb8a4e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40280" y="1600200"/>
            <a:ext cx="3028798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0EB7A9-E6D7-478F-8366-FF4AC1C8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i="1">
                <a:solidFill>
                  <a:srgbClr val="5C6570"/>
                </a:solidFill>
                <a:latin typeface="Aptos"/>
                <a:ea typeface="Aptos"/>
                <a:cs typeface="Aptos"/>
              </a:rPr>
              <a:t>Console interface — Tic Tac Toe Mini Game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FAA40D7-D410-4AC2-AE3A-DE1E106B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53492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F401C7F-195E-40FD-A85B-B162739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BC2915A-2B32-423E-89F8-D4DD495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1848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Key Functions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2CF019-03BA-4862-84EC-3426D971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75688"/>
            <a:ext cx="4937759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Two-player turn-based gameplay
• Position validation
• Win / draw detection
• Replay and score tracking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41AF0F9-2D8A-4772-9D35-3542B72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534924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7F3652C-9FEE-4173-9CB6-90629141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657600"/>
            <a:ext cx="73152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95ABF8-CEF5-496F-BD86-438E819C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58768"/>
            <a:ext cx="493775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C++ Concepts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F001B5-971A-49CA-AED1-347F1609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15968"/>
            <a:ext cx="49377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• array&lt;char, 9&gt;
• Loops &amp; conditionals
• Class-based design
• Winning-pattern evaluation</a:t>
            </a:r>
          </a:p>
        </p:txBody>
      </p:sp>
    </p:spTree>
    <p:extLst>
      <p:ext uri="{BB962C8B-B14F-4D97-AF65-F5344CB8AC3E}">
        <p14:creationId xmlns:p14="http://schemas.microsoft.com/office/powerpoint/2010/main" val="15998552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DCC7FB-0BE0-4E8C-A4F6-96BF86B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309244-4F38-4F5E-B5B4-2DBA247D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6BD09B-5B25-406B-A484-6E4AAAC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Architecture &amp; Methodology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06177B-E602-48BA-83BC-42EA076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B80101B-80CD-46A9-987E-1A3FB78A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EE75E7-AAE7-4320-BD04-F536BF2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7E0329F-BFF3-4D59-B4E2-F7E2777C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Common architecture across the console projects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0E9C052-F1C6-4C31-9131-BE60B54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19"/>
            <a:ext cx="1874519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0749B6-C741-4FE8-9198-FD029CF5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9696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7873AB-363B-4A45-BC4D-4BBA555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139696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F8565C-B7FF-41E4-B596-141BC689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500954-433A-4AC0-844C-75A34D51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9696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/ CONTROLLER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B666300-A6A3-498B-A8F6-C1D8EE10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139696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BB119B-C386-4EB2-9DC1-8A02C7B6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74519"/>
            <a:ext cx="1874519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BDDABD-CF0A-46E1-BEB2-58D8FAB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9696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&amp; LOGIC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36B2F6-B493-40FD-9806-E147466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139696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0BBC544-E769-4DF2-AA95-23E0A99F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874519"/>
            <a:ext cx="1874519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5BE6F9A-A1DC-4CF6-8936-69070F5B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9696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/ STATE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6BEDF98-6138-4F63-AF11-CCE0F1C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39696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5C6570"/>
                </a:solidFill>
              </a:rPr>
              <a:t>→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D7CB8E7-C3AB-4187-ABF6-EBBB0A7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874519"/>
            <a:ext cx="1874519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89623BB-53AE-41C9-AB82-87C5A58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9696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CONSOLE OUTPUT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EE96F0B-7EEC-4FA2-95EB-7967D8E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31546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AB2D101-6500-48D1-8BE7-86ECB540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11B9D78-9D03-4467-98F9-B9D4632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01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Management Systems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3F60B03-12C8-41EB-BD24-D58161B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7368"/>
            <a:ext cx="2743200" cy="685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Input → CRUD operation → validation → file/data update → result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A501743-0E00-4BE4-A1E7-B7CA76F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29000"/>
            <a:ext cx="31546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F70A1D-A004-4F1E-A00C-D69E20DD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290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E8D1E51-E92A-4E4B-977E-35A7AB51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301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Tic Tac Toe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115D47F-6EED-4EB4-824A-2974E52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87368"/>
            <a:ext cx="2743200" cy="685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Move → validation → board update → win/draw check → next turn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018BE87-CB90-41CC-98D0-3D111D8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429000"/>
            <a:ext cx="31546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9C1DB15-699F-4733-8BBC-5B2D8228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429000"/>
            <a:ext cx="73152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535494C-4A3E-494D-90AD-0298235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630168"/>
            <a:ext cx="2743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Testing Approach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D4D74A-E08B-4F00-863F-7DEB79E5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087368"/>
            <a:ext cx="2743200" cy="685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Valid input + invalid input + persistence +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9109924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C71C56-FB58-48E1-B5FC-B69CED9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35932B-8A56-4C27-899E-21322B3E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C6CDBD-D00C-487A-91A5-7B1E477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Learning Outcomes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AEB6B0-F3E8-44F5-AA9B-521DF5AA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D50EADB-744A-43F4-94BF-A3174CC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FBED5E-FC4B-4F49-8101-57B4A26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E902A8D-1232-4E7B-ACA7-EA73EBEB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What I gained from the internship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187865-7BE4-4915-B455-5B36F680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273A6F-C9FD-4EA1-8FE5-5B75851A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0F7DF2-F61A-4D27-81E6-A865102E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4708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Programming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85C9AF-BD71-496A-B615-6C24280D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Improved confidence with C++ syntax, functions, arrays, classes and file handling.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C1A1664-B607-4A79-B9BD-BEF14A57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4592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AA8F2E5-6AE2-43B6-A513-030C081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4592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26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4F55BD-2E13-4B78-9BCC-9B132A1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4708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Problem Solving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597871-5722-43B4-A532-1DE0754D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0428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Learned to break a larger requirement into smaller functions and testable steps.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E8A184E-310E-4CA6-A2F0-13F11550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087CABB-C3DC-4B22-A0EB-952562A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04C7C6D-9CC8-4998-AD7A-BCDBF20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Debugging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970F3D0-43FC-46AB-80B7-8A1E3EF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2160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Practiced compiling, identifying logic errors and checking edge cases.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032AD40-4E43-4729-AECF-058AD9E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6324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BDC2135-A724-42CC-9F4B-B0F3BCF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6324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FA1D4B5-A10B-413C-A06F-48FDD9A6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26440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Project Discipline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E1DEC6D-3ACC-4566-A54B-0E01D56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2160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Maintained project folders, screenshots, README files and GitHub submissions.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D1E9725-0539-4FAF-9348-FAE76E4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68390F3-D2C4-47EF-BD01-291FE44A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ECFE6F5-B002-45EF-9C6F-B43BE6FE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81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Application Design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AFB3007-65B5-4370-B419-A01570A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892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Understood how menus, validation, state and persistence work together.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D9887FD-0873-417E-A0EE-6B5068DD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80560"/>
            <a:ext cx="5257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7A5500-9429-422D-B9C0-E18CF49E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805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2AD78DA-A68A-425E-AEF1-CB36E94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81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Independent Work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ACB23EE-2B2A-41A1-8C39-DF5DEA79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38928"/>
            <a:ext cx="484632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Completed four different applications through a self-paced project workflow.</a:t>
            </a:r>
          </a:p>
        </p:txBody>
      </p:sp>
    </p:spTree>
    <p:extLst>
      <p:ext uri="{BB962C8B-B14F-4D97-AF65-F5344CB8AC3E}">
        <p14:creationId xmlns:p14="http://schemas.microsoft.com/office/powerpoint/2010/main" val="18858060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DB7D14-EB40-4C23-88C7-9F693CA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F40A0F-6710-490E-A163-054AD992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5E1410-E5FA-464E-97EC-BD32803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Completion Evidence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6AC023-9576-4D5E-BFC9-E020DCBE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19C68E-0114-4ABB-B591-C8B09656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EFC9BA-AAE7-4143-8E68-55D0759B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A2F0C23-07F1-40E3-A08C-9D6F57A2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4937760" cy="4892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AFC"/>
          </a:solidFill>
          <a:ln xmlns:a="http://schemas.openxmlformats.org/drawingml/2006/main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d9dced10d4b4c"/>
          <a:stretch xmlns:a="http://schemas.openxmlformats.org/drawingml/2006/main"/>
        </p:blipFill>
        <p:spPr>
          <a:xfrm xmlns:a="http://schemas.openxmlformats.org/drawingml/2006/main">
            <a:off x="723900" y="1782691"/>
            <a:ext cx="4762500" cy="3368818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9CDDBDA-FB26-442E-98BF-636D2835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365760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Completion status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F2664A-A71D-40D9-B751-1F27F78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28800"/>
            <a:ext cx="5212080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Dashboard shows 100% internship progress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All four assigned projects are marked completed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Official C++ Programming certificate has been received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65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Internship completed on 18 September 2026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B6F9B10-02B5-460C-A5D5-B27411D7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572000"/>
            <a:ext cx="48463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8BA465C-52B2-4D70-9329-E0D83B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57200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E972E1-1E56-4D4F-8F84-441F15C7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773168"/>
            <a:ext cx="4434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Repository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8166D5D-A5FD-4DB2-BCF4-461EB126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30368"/>
            <a:ext cx="4434840" cy="91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github.com/rakshit-nagpal-iilm/Thiranex-CPP-Internship</a:t>
            </a:r>
          </a:p>
        </p:txBody>
      </p:sp>
    </p:spTree>
    <p:extLst>
      <p:ext uri="{BB962C8B-B14F-4D97-AF65-F5344CB8AC3E}">
        <p14:creationId xmlns:p14="http://schemas.microsoft.com/office/powerpoint/2010/main" val="10329163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24A50C-3ACC-4B51-AF6A-F57C2589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75B88C-2EAB-490E-AF34-A882FB03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FD4950-DEFC-4995-8161-D95731F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9728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780145-09F8-4966-8F02-6B376537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463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0739EF-36F0-45C0-A2F4-7FE60323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65392"/>
            <a:ext cx="110642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2F50B3-0161-4037-94DA-0677958C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601968"/>
            <a:ext cx="11064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5C6570"/>
                </a:solidFill>
                <a:latin typeface="Aptos"/>
                <a:ea typeface="Aptos"/>
                <a:cs typeface="Aptos"/>
              </a:rPr>
              <a:t>C++ Programming Internship • Thiranex • IILM University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D4958CA-F55C-48E8-B245-D0A126C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43000"/>
            <a:ext cx="868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From concepts to working applications.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1A2E3F-97CD-4541-B47B-5A06D3E6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67665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The internship provided practical exposure to building complete C++ console applications.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Each project introduced a different problem domain while reinforcing reusable programming fundamentals.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900">
                <a:solidFill>
                  <a:srgbClr val="1C222A"/>
                </a:solidFill>
                <a:latin typeface="Aptos"/>
                <a:ea typeface="Aptos"/>
                <a:cs typeface="Aptos"/>
              </a:defRPr>
            </a:pPr>
            <a:r>
              <a:t>•  The final portfolio demonstrates implementation, testing, documentation and version-control practice.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A0DAA2F-51E7-4377-8F60-2A1FDF4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08760"/>
            <a:ext cx="329184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EE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7144DC-6AE5-430F-80FE-6D294D0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08760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9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59977A-C2E2-4335-B241-D32D405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70992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42A4A"/>
                </a:solidFill>
                <a:latin typeface="Aptos Display"/>
                <a:ea typeface="Aptos Display"/>
                <a:cs typeface="Aptos Display"/>
              </a:rPr>
              <a:t>4 / 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9B39FD6-CDD6-493E-A13E-6F8FA9DD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67128"/>
            <a:ext cx="28803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C222A"/>
                </a:solidFill>
                <a:latin typeface="Aptos"/>
                <a:ea typeface="Aptos"/>
                <a:cs typeface="Aptos"/>
              </a:rPr>
              <a:t>Projects Completed
100% Progress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3AAAF1C-1442-472F-820E-E41297E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892631"/>
                </a:solidFill>
                <a:latin typeface="Aptos Display"/>
                <a:ea typeface="Aptos Display"/>
                <a:cs typeface="Aptos Display"/>
              </a:rPr>
              <a:t>THANK YOU  •  QUESTIONS?</a:t>
            </a:r>
          </a:p>
        </p:txBody>
      </p:sp>
    </p:spTree>
    <p:extLst>
      <p:ext uri="{BB962C8B-B14F-4D97-AF65-F5344CB8AC3E}">
        <p14:creationId xmlns:p14="http://schemas.microsoft.com/office/powerpoint/2010/main" val="276550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2026-09-19T10:05:22.0230000Z</dcterms:created>
  <dcterms:modified xsi:type="dcterms:W3CDTF">2026-09-19T10:05:22.0230000Z</dcterms:modified>
</coreProperties>
</file>