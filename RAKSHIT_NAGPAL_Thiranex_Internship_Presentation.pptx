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502920"/>
            <a:ext cx="1508760" cy="1508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24028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ptos Display"/>
              </a:rPr>
              <a:t>IILM UNIVERSITY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Aptos"/>
              </a:rPr>
              <a:t>Greater Noida, U.P.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1960" y="822960"/>
            <a:ext cx="7132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A4A"/>
                </a:solidFill>
                <a:latin typeface="Aptos Display"/>
              </a:rPr>
              <a:t>C++ Programming Internship:
Development of Console-Based Applications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377440"/>
            <a:ext cx="1920240" cy="384048"/>
          </a:xfrm>
          <a:prstGeom prst="round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450592"/>
            <a:ext cx="1645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INTERNSHIP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3063240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C6570"/>
                </a:solidFill>
                <a:latin typeface="Aptos"/>
              </a:rPr>
              <a:t>STUDENT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44952"/>
            <a:ext cx="4846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C222A"/>
                </a:solidFill>
                <a:latin typeface="Aptos"/>
              </a:rPr>
              <a:t>RAKSHIT NAGPAL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721608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C6570"/>
                </a:solidFill>
                <a:latin typeface="Aptos"/>
              </a:rPr>
              <a:t>ENROLLMENT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703320"/>
            <a:ext cx="4846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C222A"/>
                </a:solidFill>
                <a:latin typeface="Aptos"/>
              </a:rPr>
              <a:t>25SCS1003004400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379976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C6570"/>
                </a:solidFill>
                <a:latin typeface="Aptos"/>
              </a:rPr>
              <a:t>PROGRAM &amp; SEMESTER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361688"/>
            <a:ext cx="4846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C222A"/>
                </a:solidFill>
                <a:latin typeface="Aptos"/>
              </a:rPr>
              <a:t>B.Tech CSE • Semester 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5038344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C6570"/>
                </a:solidFill>
                <a:latin typeface="Aptos"/>
              </a:rPr>
              <a:t>ORGANIZATION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020056"/>
            <a:ext cx="4846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C222A"/>
                </a:solidFill>
                <a:latin typeface="Aptos"/>
              </a:rPr>
              <a:t>Thiranex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6080760"/>
            <a:ext cx="7132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C6570"/>
                </a:solidFill>
                <a:latin typeface="Aptos"/>
              </a:rPr>
              <a:t>School of Computer Science and Engineering • Academic Year 2026–27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Internship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960120"/>
            <a:ext cx="256032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960120"/>
            <a:ext cx="73152" cy="1417320"/>
          </a:xfrm>
          <a:prstGeom prst="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61288"/>
            <a:ext cx="214883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618488"/>
            <a:ext cx="21488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Intern – C++ Programming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960120"/>
            <a:ext cx="256032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960120"/>
            <a:ext cx="73152" cy="141732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161288"/>
            <a:ext cx="214883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1618488"/>
            <a:ext cx="21488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19 Aug 2026 – 18 Sept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960120"/>
            <a:ext cx="256032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960120"/>
            <a:ext cx="73152" cy="1417320"/>
          </a:xfrm>
          <a:prstGeom prst="rect">
            <a:avLst/>
          </a:prstGeom>
          <a:solidFill>
            <a:srgbClr val="D6A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161288"/>
            <a:ext cx="214883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618488"/>
            <a:ext cx="21488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Remote / Project-Based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960120"/>
            <a:ext cx="256032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23960" y="960120"/>
            <a:ext cx="73152" cy="141732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161288"/>
            <a:ext cx="214883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1618488"/>
            <a:ext cx="21488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4 Projects • 100% 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788920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A"/>
                </a:solidFill>
                <a:latin typeface="Aptos Display"/>
              </a:rPr>
              <a:t>What the internship focused 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429000"/>
            <a:ext cx="55778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22A"/>
                </a:solidFill>
                <a:latin typeface="Aptos"/>
              </a:defRPr>
            </a:pPr>
            <a:r>
              <a:t>•  Applying core C++ concepts through practical console applications</a:t>
            </a:r>
          </a:p>
          <a:p>
            <a:pPr>
              <a:spcAft>
                <a:spcPts val="1000"/>
              </a:spcAft>
              <a:defRPr sz="1700">
                <a:solidFill>
                  <a:srgbClr val="1C222A"/>
                </a:solidFill>
                <a:latin typeface="Aptos"/>
              </a:defRPr>
            </a:pPr>
            <a:r>
              <a:t>•  Designing menu-driven workflows and validating user input</a:t>
            </a:r>
          </a:p>
          <a:p>
            <a:pPr>
              <a:spcAft>
                <a:spcPts val="1000"/>
              </a:spcAft>
              <a:defRPr sz="1700">
                <a:solidFill>
                  <a:srgbClr val="1C222A"/>
                </a:solidFill>
                <a:latin typeface="Aptos"/>
              </a:defRPr>
            </a:pPr>
            <a:r>
              <a:t>•  Using classes, arrays, structures and file handling where applicable</a:t>
            </a:r>
          </a:p>
          <a:p>
            <a:pPr>
              <a:spcAft>
                <a:spcPts val="1000"/>
              </a:spcAft>
              <a:defRPr sz="1700">
                <a:solidFill>
                  <a:srgbClr val="1C222A"/>
                </a:solidFill>
                <a:latin typeface="Aptos"/>
              </a:defRPr>
            </a:pPr>
            <a:r>
              <a:t>•  Testing each project and maintaining source code on GitHub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2971800"/>
            <a:ext cx="457200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20840" y="2971800"/>
            <a:ext cx="73152" cy="2377440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172968"/>
            <a:ext cx="4160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Internship Portfolio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630168"/>
            <a:ext cx="4160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Student Management System
Bank Management Application
Library Management System
Tic Tac Toe Mini Game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Organization Profile — Thiranex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6583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4A"/>
                </a:solidFill>
                <a:latin typeface="Aptos Display"/>
              </a:rPr>
              <a:t>Virtual, project-based learning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22A"/>
                </a:solidFill>
                <a:latin typeface="Aptos"/>
              </a:defRPr>
            </a:pPr>
            <a:r>
              <a:t>•  Internship offered in C++ Programming under a project-based model</a:t>
            </a:r>
          </a:p>
          <a:p>
            <a:pPr>
              <a:spcAft>
                <a:spcPts val="1000"/>
              </a:spcAft>
              <a:defRPr sz="1700">
                <a:solidFill>
                  <a:srgbClr val="1C222A"/>
                </a:solidFill>
                <a:latin typeface="Aptos"/>
              </a:defRPr>
            </a:pPr>
            <a:r>
              <a:t>•  Work completed remotely with practical assignments and periodic review</a:t>
            </a:r>
          </a:p>
          <a:p>
            <a:pPr>
              <a:spcAft>
                <a:spcPts val="1000"/>
              </a:spcAft>
              <a:defRPr sz="1700">
                <a:solidFill>
                  <a:srgbClr val="1C222A"/>
                </a:solidFill>
                <a:latin typeface="Aptos"/>
              </a:defRPr>
            </a:pPr>
            <a:r>
              <a:t>•  Completion is based on successful task submission and evaluation</a:t>
            </a:r>
          </a:p>
          <a:p>
            <a:pPr>
              <a:spcAft>
                <a:spcPts val="1000"/>
              </a:spcAft>
              <a:defRPr sz="1700">
                <a:solidFill>
                  <a:srgbClr val="1C222A"/>
                </a:solidFill>
                <a:latin typeface="Aptos"/>
              </a:defRPr>
            </a:pPr>
            <a:r>
              <a:t>•  The internship culminates in an organization-issued e-certificate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95160" y="1280160"/>
            <a:ext cx="429768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1280160"/>
            <a:ext cx="73152" cy="1143000"/>
          </a:xfrm>
          <a:prstGeom prst="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1481328"/>
            <a:ext cx="3886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Intern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938528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THX-AUG2026-017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95160" y="2697480"/>
            <a:ext cx="429768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2697480"/>
            <a:ext cx="73152" cy="114300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2898648"/>
            <a:ext cx="3886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Learning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355848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Practical tasks → implementation → testing → submission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4114800"/>
            <a:ext cx="429768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114800"/>
            <a:ext cx="73152" cy="1143000"/>
          </a:xfrm>
          <a:prstGeom prst="rect">
            <a:avLst/>
          </a:prstGeom>
          <a:solidFill>
            <a:srgbClr val="D6A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315968"/>
            <a:ext cx="3886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Primary Domain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773168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C++ Programming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Objectives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A"/>
                </a:solidFill>
                <a:latin typeface="Aptos Display"/>
              </a:rP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Strengthen object-oriented and procedural programming fundamentals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Convert problem statements into working console applications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Practice data validation, modular logic and persistent storage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Build confidence in testing, debugging and version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9601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A"/>
                </a:solidFill>
                <a:latin typeface="Aptos Display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Four independent C++ applications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Command-line / menu-driven user interfaces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CRUD-style operations in management systems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Game-state management in Tic Tac Toe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GitHub-based source code documentation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257800"/>
            <a:ext cx="10424160" cy="685800"/>
          </a:xfrm>
          <a:prstGeom prst="round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Goal: move from C++ syntax knowledge to complete, testable mini-applications.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Technologies &amp; Development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051560"/>
            <a:ext cx="333756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051560"/>
            <a:ext cx="73152" cy="1097280"/>
          </a:xfrm>
          <a:prstGeom prst="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5272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C++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292607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Core programming language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51560"/>
            <a:ext cx="333756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051560"/>
            <a:ext cx="73152" cy="109728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25272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VS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1709928"/>
            <a:ext cx="292607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Development environment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51560"/>
            <a:ext cx="333756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51560"/>
            <a:ext cx="73152" cy="1097280"/>
          </a:xfrm>
          <a:prstGeom prst="rect">
            <a:avLst/>
          </a:prstGeom>
          <a:solidFill>
            <a:srgbClr val="D6A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25272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G++ / MinGW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709928"/>
            <a:ext cx="292607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Compilation &amp; execution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468880"/>
            <a:ext cx="333756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2468880"/>
            <a:ext cx="73152" cy="1097280"/>
          </a:xfrm>
          <a:prstGeom prst="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267004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Git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127248"/>
            <a:ext cx="292607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Local version control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2468880"/>
            <a:ext cx="333756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0" y="2468880"/>
            <a:ext cx="73152" cy="109728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267004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GitHub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127248"/>
            <a:ext cx="292607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Repository &amp; submission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2468880"/>
            <a:ext cx="333756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2468880"/>
            <a:ext cx="73152" cy="1097280"/>
          </a:xfrm>
          <a:prstGeom prst="rect">
            <a:avLst/>
          </a:prstGeom>
          <a:solidFill>
            <a:srgbClr val="D6A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267004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Text Files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127248"/>
            <a:ext cx="292607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Simple data persistence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16052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42A4A"/>
                </a:solidFill>
                <a:latin typeface="Aptos Display"/>
              </a:rPr>
              <a:t>Typical workflow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4754880"/>
            <a:ext cx="1508760" cy="658368"/>
          </a:xfrm>
          <a:prstGeom prst="roundRect">
            <a:avLst/>
          </a:prstGeom>
          <a:solidFill>
            <a:srgbClr val="E8EEF6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" y="4910328"/>
            <a:ext cx="1362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42A4A"/>
                </a:solidFill>
                <a:latin typeface="Aptos"/>
              </a:rPr>
              <a:t>Understand task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4919472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C6570"/>
                </a:solidFill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14600" y="4754880"/>
            <a:ext cx="1508760" cy="658368"/>
          </a:xfrm>
          <a:prstGeom prst="roundRect">
            <a:avLst/>
          </a:prstGeom>
          <a:solidFill>
            <a:srgbClr val="E8EEF6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87752" y="4910328"/>
            <a:ext cx="1362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42A4A"/>
                </a:solidFill>
                <a:latin typeface="Aptos"/>
              </a:rPr>
              <a:t>Design menu / logic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9080" y="4919472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C6570"/>
                </a:solidFill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4754880"/>
            <a:ext cx="1508760" cy="658368"/>
          </a:xfrm>
          <a:prstGeom prst="roundRect">
            <a:avLst/>
          </a:prstGeom>
          <a:solidFill>
            <a:srgbClr val="E8EEF6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16552" y="4910328"/>
            <a:ext cx="1362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42A4A"/>
                </a:solidFill>
                <a:latin typeface="Aptos"/>
              </a:rPr>
              <a:t>Code in C++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4919472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C6570"/>
                </a:solidFill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4754880"/>
            <a:ext cx="1508760" cy="658368"/>
          </a:xfrm>
          <a:prstGeom prst="roundRect">
            <a:avLst/>
          </a:prstGeom>
          <a:solidFill>
            <a:srgbClr val="E8EEF6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45352" y="4910328"/>
            <a:ext cx="1362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42A4A"/>
                </a:solidFill>
                <a:latin typeface="Aptos"/>
              </a:rPr>
              <a:t>Compile &amp; test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26679" y="4919472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C6570"/>
                </a:solidFill>
              </a:rP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1000" y="4754880"/>
            <a:ext cx="1508760" cy="658368"/>
          </a:xfrm>
          <a:prstGeom prst="roundRect">
            <a:avLst/>
          </a:prstGeom>
          <a:solidFill>
            <a:srgbClr val="E8EEF6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74152" y="4910328"/>
            <a:ext cx="1362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42A4A"/>
                </a:solidFill>
                <a:latin typeface="Aptos"/>
              </a:rPr>
              <a:t>Fix edge cases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5480" y="4919472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C6570"/>
                </a:solidFill>
              </a:rP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29800" y="4754880"/>
            <a:ext cx="1508760" cy="658368"/>
          </a:xfrm>
          <a:prstGeom prst="roundRect">
            <a:avLst/>
          </a:prstGeom>
          <a:solidFill>
            <a:srgbClr val="E8EEF6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02952" y="4910328"/>
            <a:ext cx="13624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42A4A"/>
                </a:solidFill>
                <a:latin typeface="Aptos"/>
              </a:rPr>
              <a:t>Push to GitHub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Project 01 — Student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32688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42A4A"/>
                </a:solidFill>
                <a:latin typeface="Aptos Display"/>
              </a:rPr>
              <a:t>Managing student records through a simple menu-driven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3429000"/>
          </a:xfrm>
          <a:prstGeom prst="roundRect">
            <a:avLst/>
          </a:prstGeom>
          <a:solidFill>
            <a:srgbClr val="F9FAFC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in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0295"/>
            <a:ext cx="4937760" cy="330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138928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i="1">
                <a:solidFill>
                  <a:srgbClr val="5C6570"/>
                </a:solidFill>
                <a:latin typeface="Aptos"/>
              </a:rPr>
              <a:t>Console interface — Student Management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417320"/>
            <a:ext cx="53492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417320"/>
            <a:ext cx="73152" cy="1965960"/>
          </a:xfrm>
          <a:prstGeom prst="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618488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Key Functions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075688"/>
            <a:ext cx="493775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• Add, display, search, update and delete student records
• Structured menu with clear user choices
• Basic record persistence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3657600"/>
            <a:ext cx="5349240" cy="1600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3657600"/>
            <a:ext cx="73152" cy="1600200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858768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C++ Concepts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315968"/>
            <a:ext cx="493775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• Structures / classes
• Loops &amp; conditionals
• File handling
• Input validation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Project 02 — Bank Management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32688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42A4A"/>
                </a:solidFill>
                <a:latin typeface="Aptos Display"/>
              </a:rPr>
              <a:t>Simulating common account operations in a console application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3429000"/>
          </a:xfrm>
          <a:prstGeom prst="roundRect">
            <a:avLst/>
          </a:prstGeom>
          <a:solidFill>
            <a:srgbClr val="F9FAFC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in-menu(1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50375"/>
            <a:ext cx="4937760" cy="33286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138928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i="1">
                <a:solidFill>
                  <a:srgbClr val="5C6570"/>
                </a:solidFill>
                <a:latin typeface="Aptos"/>
              </a:rPr>
              <a:t>Console interface — Bank Management Application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417320"/>
            <a:ext cx="53492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417320"/>
            <a:ext cx="73152" cy="196596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618488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Key Functions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075688"/>
            <a:ext cx="493775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• Create account and view account details
• Deposit and withdraw money
• Check balance and display all accounts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3657600"/>
            <a:ext cx="5349240" cy="1600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3657600"/>
            <a:ext cx="73152" cy="1600200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858768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C++ Concepts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315968"/>
            <a:ext cx="493775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• Functions / classes
• Arithmetic operations
• File handling
• Validation of transactions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Project 03 — Library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32688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42A4A"/>
                </a:solidFill>
                <a:latin typeface="Aptos Display"/>
              </a:rPr>
              <a:t>Handling books, members, search, issue and return workflows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3429000"/>
          </a:xfrm>
          <a:prstGeom prst="roundRect">
            <a:avLst/>
          </a:prstGeom>
          <a:solidFill>
            <a:srgbClr val="F9FAFC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in-menu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6622"/>
            <a:ext cx="4937760" cy="34161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138928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i="1">
                <a:solidFill>
                  <a:srgbClr val="5C6570"/>
                </a:solidFill>
                <a:latin typeface="Aptos"/>
              </a:rPr>
              <a:t>Console interface — Library Management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417320"/>
            <a:ext cx="53492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417320"/>
            <a:ext cx="73152" cy="1965960"/>
          </a:xfrm>
          <a:prstGeom prst="rect">
            <a:avLst/>
          </a:prstGeom>
          <a:solidFill>
            <a:srgbClr val="D6A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618488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Key Functions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075688"/>
            <a:ext cx="493775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• Add books and members
• Search books
• Issue and return books
• Display stored 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3657600"/>
            <a:ext cx="5349240" cy="1600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3657600"/>
            <a:ext cx="73152" cy="1600200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858768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C++ Concepts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315968"/>
            <a:ext cx="493775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• Classes / structures
• Search logic
• State updates
• Persistent text-file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Project 04 — Tic Tac Toe Mini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32688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42A4A"/>
                </a:solidFill>
                <a:latin typeface="Aptos Display"/>
              </a:rPr>
              <a:t>Applying arrays and game-state logic to an interactive two-player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3429000"/>
          </a:xfrm>
          <a:prstGeom prst="roundRect">
            <a:avLst/>
          </a:prstGeom>
          <a:solidFill>
            <a:srgbClr val="F9FAFC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in-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280" y="1600200"/>
            <a:ext cx="3028798" cy="3429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138928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i="1">
                <a:solidFill>
                  <a:srgbClr val="5C6570"/>
                </a:solidFill>
                <a:latin typeface="Aptos"/>
              </a:rPr>
              <a:t>Console interface — Tic Tac Toe Mini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417320"/>
            <a:ext cx="53492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417320"/>
            <a:ext cx="73152" cy="1965960"/>
          </a:xfrm>
          <a:prstGeom prst="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618488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Key Functions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075688"/>
            <a:ext cx="493775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• Two-player turn-based gameplay
• Position validation
• Win / draw detection
• Replay and score tracking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3657600"/>
            <a:ext cx="5349240" cy="1600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3657600"/>
            <a:ext cx="73152" cy="1600200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858768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C++ Concepts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315968"/>
            <a:ext cx="493775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• array&lt;char, 9&gt;
• Loops &amp; conditionals
• Class-based design
• Winning-pattern evaluation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System Architecture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14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A"/>
                </a:solidFill>
                <a:latin typeface="Aptos Display"/>
              </a:rPr>
              <a:t>Common architecture across the console projects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874519"/>
            <a:ext cx="1874519" cy="914400"/>
          </a:xfrm>
          <a:prstGeom prst="round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39696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USER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96312" y="2139696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5C6570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874519"/>
            <a:ext cx="1874519" cy="914400"/>
          </a:xfrm>
          <a:prstGeom prst="round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139696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MENU / CONTROLLER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139696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5C6570"/>
                </a:solidFill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60" y="1874519"/>
            <a:ext cx="1874519" cy="914400"/>
          </a:xfrm>
          <a:prstGeom prst="round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139696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VALIDATION &amp; 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68312" y="2139696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5C6570"/>
                </a:solidFill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1874519"/>
            <a:ext cx="1874519" cy="914400"/>
          </a:xfrm>
          <a:prstGeom prst="roundRect">
            <a:avLst/>
          </a:prstGeom>
          <a:solidFill>
            <a:srgbClr val="D6A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139696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DATA /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2139696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5C6570"/>
                </a:solidFill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60" y="1874519"/>
            <a:ext cx="1874519" cy="914400"/>
          </a:xfrm>
          <a:prstGeom prst="round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2139696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CONSOLE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3429000"/>
            <a:ext cx="3154680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3429000"/>
            <a:ext cx="73152" cy="150876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630168"/>
            <a:ext cx="2743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Management Systems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0873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Input → CRUD operation → validation → file/data update →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26280" y="3429000"/>
            <a:ext cx="3154680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3429000"/>
            <a:ext cx="73152" cy="1508760"/>
          </a:xfrm>
          <a:prstGeom prst="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3630168"/>
            <a:ext cx="2743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Tic Tac Toe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0873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Move → validation → board update → win/draw check → next turn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429000"/>
            <a:ext cx="3154680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3429000"/>
            <a:ext cx="73152" cy="1508760"/>
          </a:xfrm>
          <a:prstGeom prst="rect">
            <a:avLst/>
          </a:prstGeom>
          <a:solidFill>
            <a:srgbClr val="D6A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3630168"/>
            <a:ext cx="2743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Testing Approach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0873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Valid input + invalid input + persistence + expected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14400"/>
            <a:ext cx="6583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A4A"/>
                </a:solidFill>
                <a:latin typeface="Aptos Display"/>
              </a:rPr>
              <a:t>What I gained from the internship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5780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73152" cy="1097280"/>
          </a:xfrm>
          <a:prstGeom prst="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47088"/>
            <a:ext cx="4846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Programming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04288"/>
            <a:ext cx="484632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Improved confidence with C++ syntax, functions, arrays, classes and file handling.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45920"/>
            <a:ext cx="525780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645920"/>
            <a:ext cx="73152" cy="1097280"/>
          </a:xfrm>
          <a:prstGeom prst="rect">
            <a:avLst/>
          </a:prstGeom>
          <a:solidFill>
            <a:srgbClr val="8926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47088"/>
            <a:ext cx="4846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Problem Solving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04288"/>
            <a:ext cx="484632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Learned to break a larger requirement into smaller functions and testable steps.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063240"/>
            <a:ext cx="525780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063240"/>
            <a:ext cx="73152" cy="109728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64408"/>
            <a:ext cx="4846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Debugging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21608"/>
            <a:ext cx="484632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Practiced compiling, identifying logic errors and checking edge cases.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063240"/>
            <a:ext cx="525780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063240"/>
            <a:ext cx="73152" cy="109728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264408"/>
            <a:ext cx="4846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Project Discipline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721608"/>
            <a:ext cx="484632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Maintained project folders, screenshots, README files and GitHub submissions.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480560"/>
            <a:ext cx="525780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4480560"/>
            <a:ext cx="73152" cy="1097280"/>
          </a:xfrm>
          <a:prstGeom prst="rect">
            <a:avLst/>
          </a:prstGeom>
          <a:solidFill>
            <a:srgbClr val="D6A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681728"/>
            <a:ext cx="4846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Application 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138928"/>
            <a:ext cx="484632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Understood how menus, validation, state and persistence work together.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4480560"/>
            <a:ext cx="525780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80" y="4480560"/>
            <a:ext cx="73152" cy="1097280"/>
          </a:xfrm>
          <a:prstGeom prst="rect">
            <a:avLst/>
          </a:prstGeom>
          <a:solidFill>
            <a:srgbClr val="D6A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681728"/>
            <a:ext cx="4846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Independent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138928"/>
            <a:ext cx="484632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Completed four different applications through a self-paced project workflow.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Completion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51560"/>
            <a:ext cx="4937760" cy="4892040"/>
          </a:xfrm>
          <a:prstGeom prst="roundRect">
            <a:avLst/>
          </a:prstGeom>
          <a:solidFill>
            <a:srgbClr val="F9FAFC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reenshot 2026-08-30 1939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866" y="1051560"/>
            <a:ext cx="3334186" cy="4892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8932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A4A"/>
                </a:solidFill>
                <a:latin typeface="Aptos Display"/>
              </a:rPr>
              <a:t>Internship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828800"/>
            <a:ext cx="52120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Dashboard shows 100% internship progress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All four assigned projects are marked completed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Official e-certificate is scheduled after completion of the 30-day internship period</a:t>
            </a:r>
          </a:p>
          <a:p>
            <a:pPr>
              <a:spcAft>
                <a:spcPts val="1000"/>
              </a:spcAft>
              <a:defRPr sz="1650">
                <a:solidFill>
                  <a:srgbClr val="1C222A"/>
                </a:solidFill>
                <a:latin typeface="Aptos"/>
              </a:defRPr>
            </a:pPr>
            <a:r>
              <a:t>•  Certificate availability date: 18 September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4572000"/>
            <a:ext cx="484632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4572000"/>
            <a:ext cx="73152" cy="914400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773168"/>
            <a:ext cx="4434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Repository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230368"/>
            <a:ext cx="443484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github.com/rakshit-nagpal-iilm/Thiranex-CPP-Internship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21792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 Display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4630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65392"/>
            <a:ext cx="1106424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01968"/>
            <a:ext cx="11064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C6570"/>
                </a:solidFill>
                <a:latin typeface="Aptos"/>
              </a:rPr>
              <a:t>C++ Programming Internship • Thiranex • IILM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4300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2A4A"/>
                </a:solidFill>
                <a:latin typeface="Aptos Display"/>
              </a:rPr>
              <a:t>From concepts to working applications.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6766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C222A"/>
                </a:solidFill>
                <a:latin typeface="Aptos"/>
              </a:defRPr>
            </a:pPr>
            <a:r>
              <a:t>•  The internship provided practical exposure to building complete C++ console applications.</a:t>
            </a:r>
          </a:p>
          <a:p>
            <a:pPr>
              <a:spcAft>
                <a:spcPts val="1000"/>
              </a:spcAft>
              <a:defRPr sz="1900">
                <a:solidFill>
                  <a:srgbClr val="1C222A"/>
                </a:solidFill>
                <a:latin typeface="Aptos"/>
              </a:defRPr>
            </a:pPr>
            <a:r>
              <a:t>•  Each project introduced a different problem domain while reinforcing reusable programming fundamentals.</a:t>
            </a:r>
          </a:p>
          <a:p>
            <a:pPr>
              <a:spcAft>
                <a:spcPts val="1000"/>
              </a:spcAft>
              <a:defRPr sz="1900">
                <a:solidFill>
                  <a:srgbClr val="1C222A"/>
                </a:solidFill>
                <a:latin typeface="Aptos"/>
              </a:defRPr>
            </a:pPr>
            <a:r>
              <a:t>•  The final portfolio demonstrates implementation, testing, documentation and version-control practice.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2918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73152" cy="2468880"/>
          </a:xfrm>
          <a:prstGeom prst="rect">
            <a:avLst/>
          </a:prstGeom>
          <a:solidFill>
            <a:srgbClr val="1689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709928"/>
            <a:ext cx="2880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42A4A"/>
                </a:solidFill>
                <a:latin typeface="Aptos Display"/>
              </a:rPr>
              <a:t>4 /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67128"/>
            <a:ext cx="2880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1C222A"/>
                </a:solidFill>
                <a:latin typeface="Aptos"/>
              </a:rPr>
              <a:t>Projects Completed
100%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166360"/>
            <a:ext cx="10424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892631"/>
                </a:solidFill>
                <a:latin typeface="Aptos Display"/>
              </a:rPr>
              <a:t>THANK YOU  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Programming Internship – Thiranex</dc:title>
  <dc:subject>Internship Presentation</dc:subject>
  <dc:creator>Rakshit Nagpal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